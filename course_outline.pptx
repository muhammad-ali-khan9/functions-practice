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81" r:id="rId5"/>
    <p:sldId id="415" r:id="rId6"/>
    <p:sldId id="394" r:id="rId7"/>
    <p:sldId id="386" r:id="rId8"/>
    <p:sldId id="398" r:id="rId9"/>
    <p:sldId id="393" r:id="rId10"/>
    <p:sldId id="413" r:id="rId11"/>
    <p:sldId id="406" r:id="rId12"/>
    <p:sldId id="407" r:id="rId13"/>
    <p:sldId id="401" r:id="rId14"/>
    <p:sldId id="389" r:id="rId15"/>
    <p:sldId id="414" r:id="rId16"/>
    <p:sldId id="391" r:id="rId17"/>
    <p:sldId id="283" r:id="rId18"/>
    <p:sldId id="392" r:id="rId19"/>
    <p:sldId id="419" r:id="rId20"/>
    <p:sldId id="423" r:id="rId21"/>
    <p:sldId id="259" r:id="rId22"/>
    <p:sldId id="420" r:id="rId23"/>
    <p:sldId id="381" r:id="rId24"/>
    <p:sldId id="3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B2"/>
    <a:srgbClr val="11EFDA"/>
    <a:srgbClr val="0000FF"/>
    <a:srgbClr val="71B4BD"/>
    <a:srgbClr val="52A3AE"/>
    <a:srgbClr val="499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0812" autoAdjust="0"/>
  </p:normalViewPr>
  <p:slideViewPr>
    <p:cSldViewPr snapToGrid="0">
      <p:cViewPr varScale="1">
        <p:scale>
          <a:sx n="55" d="100"/>
          <a:sy n="55" d="100"/>
        </p:scale>
        <p:origin x="1670" y="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9303-B24E-4377-BC1F-CEA1822D3ADC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EFF4C-0571-4637-ABCC-C55F598A0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9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EFF4C-0571-4637-ABCC-C55F598A0E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18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EFF4C-0571-4637-ABCC-C55F598A0E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0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EFF4C-0571-4637-ABCC-C55F598A0E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72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sign in Use </a:t>
            </a:r>
          </a:p>
          <a:p>
            <a:r>
              <a:rPr lang="en-US" dirty="0"/>
              <a:t>ID: u</a:t>
            </a:r>
            <a:r>
              <a:rPr lang="en-US" b="1" dirty="0">
                <a:solidFill>
                  <a:srgbClr val="FF0000"/>
                </a:solidFill>
              </a:rPr>
              <a:t>yourregno</a:t>
            </a:r>
            <a:r>
              <a:rPr lang="en-US" dirty="0"/>
              <a:t>@giki.edu.pk</a:t>
            </a:r>
          </a:p>
          <a:p>
            <a:r>
              <a:rPr lang="en-US" dirty="0"/>
              <a:t>Password:  write your date of birth: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year month day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20010813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EFF4C-0571-4637-ABCC-C55F598A0E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49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C4D7B9-DED8-487D-A6B4-07FE436896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57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Name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Start with your full name, and if you have a preferred nickname, you can mention that as well.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Background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 Share a bit about where you are from, such as your hometown.</a:t>
            </a:r>
          </a:p>
          <a:p>
            <a:pPr lvl="0" rtl="0"/>
            <a:r>
              <a:rPr lang="en-US" sz="2000" b="1" dirty="0">
                <a:latin typeface="Gill Sans MT" panose="020B0502020104020203" pitchFamily="34" charset="0"/>
              </a:rPr>
              <a:t>Education</a:t>
            </a:r>
            <a:endParaRPr lang="en-US" sz="20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Mention your current level of education, major or field of study, and any academic achievements or goals.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Hobbies and Interests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Talk about your interests and hobbies outside of academics or work. 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Future Goals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Discuss your aspirations and what you hope to achieve in your academic or professional life.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Communication Goals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What you hope to improve or achieve in terms of communication skills during the course.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Fun Facts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Share a couple of interesting or unique facts about you that can make your introduction memorable.</a:t>
            </a:r>
          </a:p>
          <a:p>
            <a:pPr lvl="0" rtl="0"/>
            <a:r>
              <a:rPr lang="en-US" sz="2200" b="1" dirty="0">
                <a:latin typeface="Gill Sans MT" panose="020B0502020104020203" pitchFamily="34" charset="0"/>
              </a:rPr>
              <a:t>Anything Special</a:t>
            </a:r>
            <a:endParaRPr lang="en-US" sz="2200" dirty="0">
              <a:latin typeface="Gill Sans MT" panose="020B0502020104020203" pitchFamily="34" charset="0"/>
            </a:endParaRPr>
          </a:p>
          <a:p>
            <a:pPr lvl="1" rtl="0"/>
            <a:r>
              <a:rPr lang="en-US" sz="2000" dirty="0">
                <a:latin typeface="Gill Sans MT" panose="020B0502020104020203" pitchFamily="34" charset="0"/>
              </a:rPr>
              <a:t>Anything unique or special about your background, experiences, or talents that you'd like to share.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EFF4C-0571-4637-ABCC-C55F598A0E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9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8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9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0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5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4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2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3B2DD-B356-47E2-B489-97DFC86267A7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2D5E-083C-489C-B2FB-2D4BFF0D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7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2B76-A7EE-F1FA-EEE0-45FFAF04D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86D7D-B167-DD56-8579-B5992AECE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Image result for bismillah calligraphy in glasss color">
            <a:extLst>
              <a:ext uri="{FF2B5EF4-FFF2-40B4-BE49-F238E27FC236}">
                <a16:creationId xmlns:a16="http://schemas.microsoft.com/office/drawing/2014/main" id="{6468ECC4-97D6-A16D-E2E2-03DC6C450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2192000" cy="684371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22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9659-83BD-5726-2BD7-0007CA0B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332810-A430-F64E-D7FA-D6058E125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68F8448-9D60-E300-DC01-E7FB3A839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5752A-A402-0009-DD85-8984822F0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1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4FCD64-0F41-1C1F-C068-C3443986C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8CC74-EAB5-94EC-D8A7-6B7A7328D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4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EC1040-1672-9743-7DB0-FF01D2D43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91974F-5B41-075F-D416-4E6CA8BAC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14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A02D-BC5C-C8D8-2391-839F27B9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C4733B-6609-39F1-7F50-9F94AA420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6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D6CB7-3719-83FA-39FA-C530B9C1B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6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85C6B4-2268-A7F0-9F53-94E320B49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8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8C98-9B3F-27C7-CBB1-50834599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E0EBE-0A48-35E7-CD1B-CF998D5D2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24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8EADCA0-0409-7AA1-6036-CC55492C0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66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83F107-A1A4-8E13-FA57-CE42076A0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2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D4FEF8-8D66-EEF2-3BCD-227B4D761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31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BB42451-1173-B90D-96E3-89772C9E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3B1247-7C81-8E82-0A4B-62A53E740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87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657B-73A2-3326-2679-EF0028A0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E03C15-74E4-E20A-4A67-9919DB069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D18EC3-5A4A-20A0-CBDE-B5CB596087C1}"/>
              </a:ext>
            </a:extLst>
          </p:cNvPr>
          <p:cNvSpPr/>
          <p:nvPr/>
        </p:nvSpPr>
        <p:spPr>
          <a:xfrm>
            <a:off x="4641273" y="2105891"/>
            <a:ext cx="2867891" cy="245225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1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39303E-0132-1340-0D3B-5AF0397F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54A1CB-B60C-50CB-B5F8-F415E11FB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37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11B9-92AF-1C0F-DDCA-59945CBA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D11FF9-368E-016C-27DC-0814336F2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3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5F3FCE-C1B2-A82A-B389-B151B11D6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10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dwritten Thank You Stock Photo - Download Image Now - iStock">
            <a:extLst>
              <a:ext uri="{FF2B5EF4-FFF2-40B4-BE49-F238E27FC236}">
                <a16:creationId xmlns:a16="http://schemas.microsoft.com/office/drawing/2014/main" id="{8299492B-A6D6-3103-DBD9-46E7AAC4B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81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331739888B634D91C10C55F187AF3C" ma:contentTypeVersion="0" ma:contentTypeDescription="Create a new document." ma:contentTypeScope="" ma:versionID="bb28483df02fa419d59e691e9a16e6d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FF6727-AD37-4094-BE7E-EDCFFCE91F18}">
  <ds:schemaRefs>
    <ds:schemaRef ds:uri="http://www.w3.org/XML/1998/namespace"/>
    <ds:schemaRef ds:uri="http://purl.org/dc/elements/1.1/"/>
    <ds:schemaRef ds:uri="http://purl.org/dc/dcmitype/"/>
    <ds:schemaRef ds:uri="771e26ae-bd44-4519-98ff-c3ac0b79cd0e"/>
    <ds:schemaRef ds:uri="http://schemas.microsoft.com/office/2006/metadata/properties"/>
    <ds:schemaRef ds:uri="http://schemas.microsoft.com/office/2006/documentManagement/types"/>
    <ds:schemaRef ds:uri="db43a6cd-7bbc-4e6c-8b06-cd6796af9a41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4A2D647-3EA4-4193-84E0-D28A41C18B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D0D7DC-3E79-433F-B450-1532E25E6C4E}"/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180</Words>
  <Application>Microsoft Office PowerPoint</Application>
  <PresentationFormat>Widescreen</PresentationFormat>
  <Paragraphs>27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Atta ur Rehman MGS</dc:creator>
  <cp:lastModifiedBy>Atta ur Rehman MGS</cp:lastModifiedBy>
  <cp:revision>251</cp:revision>
  <dcterms:created xsi:type="dcterms:W3CDTF">2024-01-18T06:13:59Z</dcterms:created>
  <dcterms:modified xsi:type="dcterms:W3CDTF">2026-08-31T09:19:29Z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0x01010043331739888B634D91C10C55F187AF3C</vt:lpwstr>
  </property>
  <property fmtid="{D5CDD505-2E9C-101B-9397-08002B2CF9AE}" pid="3" name="Order">
    <vt:lpwstr>200.000000000000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